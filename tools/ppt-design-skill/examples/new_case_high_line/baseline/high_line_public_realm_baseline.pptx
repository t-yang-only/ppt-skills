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URBAN REUSE / CASE HL01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HIGH LINE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PUBLIC REALM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From freight infrastructure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to civic operating model.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real case of preservation, landscape,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access, programming, and stewardship.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OFFICIAL FACTS + EDITORIAL ANALYSIS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FRIENDS OF THE HIGH LINE /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01 / 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asset was already there. The operating model was not.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linear freight structure became a public-realm question.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2 / 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/ HL01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ELEVATED INFRASTRUCTURE / 1934 → 1980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1934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1980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freight rail begins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last train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PUBLIC QUESTION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Demolish,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preserve, or transform?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structure carried food and agricultural goods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above Manhattan streets. Its next use had to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carry public life instead.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first design move was reframing.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FACTS: Friends of the High Line official fact sheet / 1934 freight structure; last train 1980.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02 / PRESERVATION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Preservation became a civic design process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project advanced through advocacy, public support, design, and phased delivery.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3 / 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/ HL01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PUBLIC PROCESS / OFFICIAL MILESTONES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1999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Friends founded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2002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support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2004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Design team selected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2009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Section 1 opens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2011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Section 2 opens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sequence matters: legitimacy was built before the landscape was built.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FACTS: Friends of the High Line official 2014 corporate membership brochure / milestone chronology.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03 / DESIGN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track bed became the design vocabulary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strongest move preserved memory while changing use.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4 / 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/ HL01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EDITABLE ELEVATED SECTION / RAIL + PLANTING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rail memory + self-seeded landscape + public movement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DESIGN PRINCIPLE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Keep the trace.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Change the role.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More than one-third of the original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rail tracks are featured in the park's design.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FACT: Friends of the High Line self-guided visit / more than one-third of original rail tracks retained in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04 /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park is not only a path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public realm works as a linked system of access, landscape, culture, and care.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5 / 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/ HL01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SYSTEMS MAP / NATIVE DIAGRAM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PUBLIC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REALM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PRESERVE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structure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PLANT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seasonal life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PROGRAM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art + learning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OPERATE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stewardship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VALUE IS MAINTAINED BETWEEN THE NODES.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EDITORIAL ANALYSIS: the system map is a synthesis; node labels are not a quoted project taxonomy.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05 /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park changed the value of an obsolete corridor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single linear structure can carry many kinds of public use.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6 / 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/ HL01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OFFICIAL SCALE / 1.45 MILES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STRUCTURE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1.45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OPEN 2009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0.62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OPEN 2011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1.0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VISITOR ROUTE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1.0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Scale is physical. Meaning is operational.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READING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Reuse creates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more than access.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It creates a platform for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landscape, culture, and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neighbourhood identity.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FACTS: official High Line fact sheet / 1.45 miles; sections opened in 2009 and 2011. Bars are editorial comparison, not attendance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06 /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design team was a coalition, not a single author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Landscape, architecture, planting, public agencies, and civic advocates formed one delivery system.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7 / 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/ HL01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COLLABORATION FIELD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FIELD OPERATIONS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landscape / project lead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shared accountability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DS+R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architecture + public realm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shared accountability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PIET OUDOLF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planting design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shared accountability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+ FHL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jurisdiction + stewardship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shared accountability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memorable place requires an operating coalition behind the image.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FACT: official High Line materials identify Field Operations, Diller Scofidio + Renfro, and Piet Oudolf as the design collaboration.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07 / STEWARDSHIP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project did not end at opening day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Public space becomes durable when maintenance, programming, and funding are designed with it.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8 / 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/ HL01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OPERATING LOOP / EDITORIAL MODEL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VISIT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use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PROGRAM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return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trust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FUND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continue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OPERATE THE PUBLIC REALM AS A LIVING ASSET.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EDITORIAL ANALYSIS: loop is a strategy model; it does not quantify the High Line's operating budget or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08 /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should another city actually copy?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transferable lesson is the operating logic, not the visual icon.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9 / 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/ HL01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DECISION MATRIX / TRANSFERABILITY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LOCAL CAPACITY →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PUBLIC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VALUE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ICON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ACCESS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SYSTEM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TRANSFER RULE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Copy the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conditions, not the image.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preserve a trace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build a coalition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fund the afterlife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EDITORIAL ANALYSIS: matrix positions are strategic hypotheses, not a quantified benchmark of public projects.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HIGH LINE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09 /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High Line is a lesson in changing the role of infrastructure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Preservation became powerful when it was connected to design, stewardship, and public use.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10 / 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 / HL01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Keep the trace.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Change the role.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Preserve what gives the place memory.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Design the system around public use.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Fund the operating life after opening.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BOUNDARY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High Line is a real case.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transfer model is analysis.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Neither is a universal formula.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SOURCES: Friends of the High Line official fact sheet, self-guided visit, and project materials. Editorial synthesis is labeled.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content and page 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